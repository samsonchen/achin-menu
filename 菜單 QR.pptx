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71" r:id="rId2"/>
  </p:sldIdLst>
  <p:sldSz cx="5376863" cy="7169150" type="B5ISO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98" d="100"/>
          <a:sy n="98" d="100"/>
        </p:scale>
        <p:origin x="232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441" y="744558"/>
            <a:ext cx="3291659" cy="1583896"/>
          </a:xfrm>
        </p:spPr>
        <p:txBody>
          <a:bodyPr anchor="b"/>
          <a:lstStyle>
            <a:lvl1pPr algn="ctr">
              <a:defRPr sz="223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4068" y="2389535"/>
            <a:ext cx="2904405" cy="1098407"/>
          </a:xfrm>
        </p:spPr>
        <p:txBody>
          <a:bodyPr/>
          <a:lstStyle>
            <a:lvl1pPr marL="0" indent="0" algn="ctr">
              <a:buNone/>
              <a:defRPr sz="895"/>
            </a:lvl1pPr>
            <a:lvl2pPr marL="170594" indent="0" algn="ctr">
              <a:buNone/>
              <a:defRPr sz="746"/>
            </a:lvl2pPr>
            <a:lvl3pPr marL="341189" indent="0" algn="ctr">
              <a:buNone/>
              <a:defRPr sz="672"/>
            </a:lvl3pPr>
            <a:lvl4pPr marL="511783" indent="0" algn="ctr">
              <a:buNone/>
              <a:defRPr sz="597"/>
            </a:lvl4pPr>
            <a:lvl5pPr marL="682376" indent="0" algn="ctr">
              <a:buNone/>
              <a:defRPr sz="597"/>
            </a:lvl5pPr>
            <a:lvl6pPr marL="852971" indent="0" algn="ctr">
              <a:buNone/>
              <a:defRPr sz="597"/>
            </a:lvl6pPr>
            <a:lvl7pPr marL="1023565" indent="0" algn="ctr">
              <a:buNone/>
              <a:defRPr sz="597"/>
            </a:lvl7pPr>
            <a:lvl8pPr marL="1194159" indent="0" algn="ctr">
              <a:buNone/>
              <a:defRPr sz="597"/>
            </a:lvl8pPr>
            <a:lvl9pPr marL="1364753" indent="0" algn="ctr">
              <a:buNone/>
              <a:defRPr sz="597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2026/3/22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07915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2026/3/22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7969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220" y="1134215"/>
            <a:ext cx="3340066" cy="1892460"/>
          </a:xfrm>
        </p:spPr>
        <p:txBody>
          <a:bodyPr anchor="b"/>
          <a:lstStyle>
            <a:lvl1pPr>
              <a:defRPr sz="223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220" y="3044578"/>
            <a:ext cx="3340066" cy="995200"/>
          </a:xfrm>
        </p:spPr>
        <p:txBody>
          <a:bodyPr/>
          <a:lstStyle>
            <a:lvl1pPr marL="0" indent="0">
              <a:buNone/>
              <a:defRPr sz="895">
                <a:solidFill>
                  <a:schemeClr val="tx1">
                    <a:tint val="82000"/>
                  </a:schemeClr>
                </a:solidFill>
              </a:defRPr>
            </a:lvl1pPr>
            <a:lvl2pPr marL="170594" indent="0">
              <a:buNone/>
              <a:defRPr sz="746">
                <a:solidFill>
                  <a:schemeClr val="tx1">
                    <a:tint val="82000"/>
                  </a:schemeClr>
                </a:solidFill>
              </a:defRPr>
            </a:lvl2pPr>
            <a:lvl3pPr marL="341189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3pPr>
            <a:lvl4pPr marL="511783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4pPr>
            <a:lvl5pPr marL="682376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5pPr>
            <a:lvl6pPr marL="852971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6pPr>
            <a:lvl7pPr marL="1023565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7pPr>
            <a:lvl8pPr marL="1194159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8pPr>
            <a:lvl9pPr marL="1364753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2026/3/22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500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238" y="1211090"/>
            <a:ext cx="1645830" cy="288660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0474" y="1211090"/>
            <a:ext cx="1645830" cy="288660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2026/3/22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86211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41" y="242220"/>
            <a:ext cx="3340066" cy="8793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42" y="1115258"/>
            <a:ext cx="1638266" cy="546570"/>
          </a:xfrm>
        </p:spPr>
        <p:txBody>
          <a:bodyPr anchor="b"/>
          <a:lstStyle>
            <a:lvl1pPr marL="0" indent="0">
              <a:buNone/>
              <a:defRPr sz="895" b="1"/>
            </a:lvl1pPr>
            <a:lvl2pPr marL="170594" indent="0">
              <a:buNone/>
              <a:defRPr sz="746" b="1"/>
            </a:lvl2pPr>
            <a:lvl3pPr marL="341189" indent="0">
              <a:buNone/>
              <a:defRPr sz="672" b="1"/>
            </a:lvl3pPr>
            <a:lvl4pPr marL="511783" indent="0">
              <a:buNone/>
              <a:defRPr sz="597" b="1"/>
            </a:lvl4pPr>
            <a:lvl5pPr marL="682376" indent="0">
              <a:buNone/>
              <a:defRPr sz="597" b="1"/>
            </a:lvl5pPr>
            <a:lvl6pPr marL="852971" indent="0">
              <a:buNone/>
              <a:defRPr sz="597" b="1"/>
            </a:lvl6pPr>
            <a:lvl7pPr marL="1023565" indent="0">
              <a:buNone/>
              <a:defRPr sz="597" b="1"/>
            </a:lvl7pPr>
            <a:lvl8pPr marL="1194159" indent="0">
              <a:buNone/>
              <a:defRPr sz="597" b="1"/>
            </a:lvl8pPr>
            <a:lvl9pPr marL="1364753" indent="0">
              <a:buNone/>
              <a:defRPr sz="59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6742" y="1661828"/>
            <a:ext cx="1638266" cy="244429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60474" y="1115258"/>
            <a:ext cx="1646334" cy="546570"/>
          </a:xfrm>
        </p:spPr>
        <p:txBody>
          <a:bodyPr anchor="b"/>
          <a:lstStyle>
            <a:lvl1pPr marL="0" indent="0">
              <a:buNone/>
              <a:defRPr sz="895" b="1"/>
            </a:lvl1pPr>
            <a:lvl2pPr marL="170594" indent="0">
              <a:buNone/>
              <a:defRPr sz="746" b="1"/>
            </a:lvl2pPr>
            <a:lvl3pPr marL="341189" indent="0">
              <a:buNone/>
              <a:defRPr sz="672" b="1"/>
            </a:lvl3pPr>
            <a:lvl4pPr marL="511783" indent="0">
              <a:buNone/>
              <a:defRPr sz="597" b="1"/>
            </a:lvl4pPr>
            <a:lvl5pPr marL="682376" indent="0">
              <a:buNone/>
              <a:defRPr sz="597" b="1"/>
            </a:lvl5pPr>
            <a:lvl6pPr marL="852971" indent="0">
              <a:buNone/>
              <a:defRPr sz="597" b="1"/>
            </a:lvl6pPr>
            <a:lvl7pPr marL="1023565" indent="0">
              <a:buNone/>
              <a:defRPr sz="597" b="1"/>
            </a:lvl7pPr>
            <a:lvl8pPr marL="1194159" indent="0">
              <a:buNone/>
              <a:defRPr sz="597" b="1"/>
            </a:lvl8pPr>
            <a:lvl9pPr marL="1364753" indent="0">
              <a:buNone/>
              <a:defRPr sz="59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60474" y="1661828"/>
            <a:ext cx="1646334" cy="244429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2026/3/22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9583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2026/3/22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4043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2026/3/22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87850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42" y="303299"/>
            <a:ext cx="1248995" cy="1061548"/>
          </a:xfrm>
        </p:spPr>
        <p:txBody>
          <a:bodyPr anchor="b"/>
          <a:lstStyle>
            <a:lvl1pPr>
              <a:defRPr sz="11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6334" y="655044"/>
            <a:ext cx="1960474" cy="3233085"/>
          </a:xfrm>
        </p:spPr>
        <p:txBody>
          <a:bodyPr/>
          <a:lstStyle>
            <a:lvl1pPr>
              <a:defRPr sz="1194"/>
            </a:lvl1pPr>
            <a:lvl2pPr>
              <a:defRPr sz="1044"/>
            </a:lvl2pPr>
            <a:lvl3pPr>
              <a:defRPr sz="895"/>
            </a:lvl3pPr>
            <a:lvl4pPr>
              <a:defRPr sz="746"/>
            </a:lvl4pPr>
            <a:lvl5pPr>
              <a:defRPr sz="746"/>
            </a:lvl5pPr>
            <a:lvl6pPr>
              <a:defRPr sz="746"/>
            </a:lvl6pPr>
            <a:lvl7pPr>
              <a:defRPr sz="746"/>
            </a:lvl7pPr>
            <a:lvl8pPr>
              <a:defRPr sz="746"/>
            </a:lvl8pPr>
            <a:lvl9pPr>
              <a:defRPr sz="746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42" y="1364847"/>
            <a:ext cx="1248995" cy="2528547"/>
          </a:xfrm>
        </p:spPr>
        <p:txBody>
          <a:bodyPr/>
          <a:lstStyle>
            <a:lvl1pPr marL="0" indent="0">
              <a:buNone/>
              <a:defRPr sz="597"/>
            </a:lvl1pPr>
            <a:lvl2pPr marL="170594" indent="0">
              <a:buNone/>
              <a:defRPr sz="523"/>
            </a:lvl2pPr>
            <a:lvl3pPr marL="341189" indent="0">
              <a:buNone/>
              <a:defRPr sz="448"/>
            </a:lvl3pPr>
            <a:lvl4pPr marL="511783" indent="0">
              <a:buNone/>
              <a:defRPr sz="373"/>
            </a:lvl4pPr>
            <a:lvl5pPr marL="682376" indent="0">
              <a:buNone/>
              <a:defRPr sz="373"/>
            </a:lvl5pPr>
            <a:lvl6pPr marL="852971" indent="0">
              <a:buNone/>
              <a:defRPr sz="373"/>
            </a:lvl6pPr>
            <a:lvl7pPr marL="1023565" indent="0">
              <a:buNone/>
              <a:defRPr sz="373"/>
            </a:lvl7pPr>
            <a:lvl8pPr marL="1194159" indent="0">
              <a:buNone/>
              <a:defRPr sz="373"/>
            </a:lvl8pPr>
            <a:lvl9pPr marL="1364753" indent="0">
              <a:buNone/>
              <a:defRPr sz="37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2026/3/22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5188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42" y="303299"/>
            <a:ext cx="1248995" cy="1061548"/>
          </a:xfrm>
        </p:spPr>
        <p:txBody>
          <a:bodyPr anchor="b"/>
          <a:lstStyle>
            <a:lvl1pPr>
              <a:defRPr sz="11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46334" y="655044"/>
            <a:ext cx="1960474" cy="3233085"/>
          </a:xfrm>
        </p:spPr>
        <p:txBody>
          <a:bodyPr anchor="t"/>
          <a:lstStyle>
            <a:lvl1pPr marL="0" indent="0">
              <a:buNone/>
              <a:defRPr sz="1194"/>
            </a:lvl1pPr>
            <a:lvl2pPr marL="170594" indent="0">
              <a:buNone/>
              <a:defRPr sz="1044"/>
            </a:lvl2pPr>
            <a:lvl3pPr marL="341189" indent="0">
              <a:buNone/>
              <a:defRPr sz="895"/>
            </a:lvl3pPr>
            <a:lvl4pPr marL="511783" indent="0">
              <a:buNone/>
              <a:defRPr sz="746"/>
            </a:lvl4pPr>
            <a:lvl5pPr marL="682376" indent="0">
              <a:buNone/>
              <a:defRPr sz="746"/>
            </a:lvl5pPr>
            <a:lvl6pPr marL="852971" indent="0">
              <a:buNone/>
              <a:defRPr sz="746"/>
            </a:lvl6pPr>
            <a:lvl7pPr marL="1023565" indent="0">
              <a:buNone/>
              <a:defRPr sz="746"/>
            </a:lvl7pPr>
            <a:lvl8pPr marL="1194159" indent="0">
              <a:buNone/>
              <a:defRPr sz="746"/>
            </a:lvl8pPr>
            <a:lvl9pPr marL="1364753" indent="0">
              <a:buNone/>
              <a:defRPr sz="746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42" y="1364847"/>
            <a:ext cx="1248995" cy="2528547"/>
          </a:xfrm>
        </p:spPr>
        <p:txBody>
          <a:bodyPr/>
          <a:lstStyle>
            <a:lvl1pPr marL="0" indent="0">
              <a:buNone/>
              <a:defRPr sz="597"/>
            </a:lvl1pPr>
            <a:lvl2pPr marL="170594" indent="0">
              <a:buNone/>
              <a:defRPr sz="523"/>
            </a:lvl2pPr>
            <a:lvl3pPr marL="341189" indent="0">
              <a:buNone/>
              <a:defRPr sz="448"/>
            </a:lvl3pPr>
            <a:lvl4pPr marL="511783" indent="0">
              <a:buNone/>
              <a:defRPr sz="373"/>
            </a:lvl4pPr>
            <a:lvl5pPr marL="682376" indent="0">
              <a:buNone/>
              <a:defRPr sz="373"/>
            </a:lvl5pPr>
            <a:lvl6pPr marL="852971" indent="0">
              <a:buNone/>
              <a:defRPr sz="373"/>
            </a:lvl6pPr>
            <a:lvl7pPr marL="1023565" indent="0">
              <a:buNone/>
              <a:defRPr sz="373"/>
            </a:lvl7pPr>
            <a:lvl8pPr marL="1194159" indent="0">
              <a:buNone/>
              <a:defRPr sz="373"/>
            </a:lvl8pPr>
            <a:lvl9pPr marL="1364753" indent="0">
              <a:buNone/>
              <a:defRPr sz="37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2026/3/22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731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2026/3/22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1523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71287" y="242219"/>
            <a:ext cx="835016" cy="385548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6238" y="242219"/>
            <a:ext cx="2456643" cy="385548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2026/3/22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178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6237" y="242220"/>
            <a:ext cx="3340066" cy="879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237" y="1211090"/>
            <a:ext cx="3340066" cy="2886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6238" y="4216703"/>
            <a:ext cx="871321" cy="242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10CF0-0FD1-8242-A4CA-D74CC6A251BD}" type="datetimeFigureOut">
              <a:rPr kumimoji="1" lang="zh-TW" altLang="en-US" smtClean="0"/>
              <a:t>2026/3/22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82780" y="4216703"/>
            <a:ext cx="1306982" cy="242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34982" y="4216703"/>
            <a:ext cx="871321" cy="242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764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37667" rtl="0" eaLnBrk="1" latinLnBrk="0" hangingPunct="1">
        <a:lnSpc>
          <a:spcPct val="90000"/>
        </a:lnSpc>
        <a:spcBef>
          <a:spcPct val="0"/>
        </a:spcBef>
        <a:buNone/>
        <a:defRPr sz="2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417" indent="-134417" algn="l" defTabSz="537667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1646" kern="1200">
          <a:solidFill>
            <a:schemeClr val="tx1"/>
          </a:solidFill>
          <a:latin typeface="+mn-lt"/>
          <a:ea typeface="+mn-ea"/>
          <a:cs typeface="+mn-cs"/>
        </a:defRPr>
      </a:lvl1pPr>
      <a:lvl2pPr marL="403250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3pPr>
      <a:lvl4pPr marL="9409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209751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478585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7474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2016252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285086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1pPr>
      <a:lvl2pPr marL="2688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2pPr>
      <a:lvl3pPr marL="537667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3pPr>
      <a:lvl4pPr marL="806501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0753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344168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613002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1881835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150669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ageBorder"/>
          <p:cNvSpPr/>
          <p:nvPr/>
        </p:nvSpPr>
        <p:spPr>
          <a:xfrm>
            <a:off x="468385" y="303509"/>
            <a:ext cx="4440346" cy="656289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61" name="InnerBorder"/>
          <p:cNvSpPr/>
          <p:nvPr/>
        </p:nvSpPr>
        <p:spPr>
          <a:xfrm>
            <a:off x="518970" y="354094"/>
            <a:ext cx="4339176" cy="6461720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62" name="TitleMenu"/>
          <p:cNvSpPr txBox="1"/>
          <p:nvPr/>
        </p:nvSpPr>
        <p:spPr>
          <a:xfrm>
            <a:off x="529087" y="607019"/>
            <a:ext cx="4318942" cy="445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2549" spc="637" dirty="0">
                <a:solidFill>
                  <a:srgbClr val="000000"/>
                </a:solidFill>
                <a:latin typeface="Georgia"/>
              </a:rPr>
              <a:t>MENU</a:t>
            </a:r>
          </a:p>
        </p:txBody>
      </p:sp>
      <p:sp>
        <p:nvSpPr>
          <p:cNvPr id="63" name="TopLine"/>
          <p:cNvSpPr/>
          <p:nvPr/>
        </p:nvSpPr>
        <p:spPr>
          <a:xfrm>
            <a:off x="1676859" y="1092634"/>
            <a:ext cx="202339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70" name="D1"/>
          <p:cNvSpPr/>
          <p:nvPr/>
        </p:nvSpPr>
        <p:spPr>
          <a:xfrm>
            <a:off x="2637973" y="1042049"/>
            <a:ext cx="101170" cy="101170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64" name="Subtitle"/>
          <p:cNvSpPr txBox="1"/>
          <p:nvPr/>
        </p:nvSpPr>
        <p:spPr>
          <a:xfrm>
            <a:off x="529087" y="1193804"/>
            <a:ext cx="4318942" cy="2225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1115" spc="159" dirty="0">
                <a:solidFill>
                  <a:srgbClr val="555555"/>
                </a:solidFill>
                <a:latin typeface="Georgia"/>
              </a:rPr>
              <a:t>Multilingual Picture Menu</a:t>
            </a:r>
          </a:p>
        </p:txBody>
      </p:sp>
      <p:sp>
        <p:nvSpPr>
          <p:cNvPr id="65" name="MidLine"/>
          <p:cNvSpPr/>
          <p:nvPr/>
        </p:nvSpPr>
        <p:spPr>
          <a:xfrm>
            <a:off x="1676859" y="1497314"/>
            <a:ext cx="202339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71" name="D2"/>
          <p:cNvSpPr/>
          <p:nvPr/>
        </p:nvSpPr>
        <p:spPr>
          <a:xfrm>
            <a:off x="2637973" y="1446729"/>
            <a:ext cx="101170" cy="101170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80" name="QRPlaceholder"/>
          <p:cNvSpPr/>
          <p:nvPr/>
        </p:nvSpPr>
        <p:spPr>
          <a:xfrm>
            <a:off x="1778029" y="1770472"/>
            <a:ext cx="1821058" cy="182105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b="1">
                <a:solidFill>
                  <a:srgbClr val="AAAAAA"/>
                </a:solidFill>
              </a:rPr>
              <a:t>QR Code</a:t>
            </a:r>
            <a:endParaRPr lang="zh-TW" sz="1800" b="1">
              <a:solidFill>
                <a:srgbClr val="AAAAAA"/>
              </a:solidFill>
            </a:endParaRPr>
          </a:p>
        </p:txBody>
      </p:sp>
      <p:sp>
        <p:nvSpPr>
          <p:cNvPr id="6" name="URLText"/>
          <p:cNvSpPr txBox="1"/>
          <p:nvPr/>
        </p:nvSpPr>
        <p:spPr>
          <a:xfrm>
            <a:off x="529087" y="3692700"/>
            <a:ext cx="4318942" cy="2225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956" dirty="0">
                <a:solidFill>
                  <a:srgbClr val="555555"/>
                </a:solidFill>
                <a:latin typeface="Segoe UI"/>
              </a:rPr>
              <a:t>https://achin.gigahertz.us</a:t>
            </a:r>
          </a:p>
        </p:txBody>
      </p:sp>
      <p:sp>
        <p:nvSpPr>
          <p:cNvPr id="66" name="DivLine"/>
          <p:cNvSpPr/>
          <p:nvPr/>
        </p:nvSpPr>
        <p:spPr>
          <a:xfrm>
            <a:off x="1676859" y="4026561"/>
            <a:ext cx="2023397" cy="0"/>
          </a:xfrm>
          <a:prstGeom prst="line">
            <a:avLst/>
          </a:prstGeom>
          <a:ln w="6350">
            <a:solidFill>
              <a:srgbClr val="999999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72" name="D3"/>
          <p:cNvSpPr/>
          <p:nvPr/>
        </p:nvSpPr>
        <p:spPr>
          <a:xfrm>
            <a:off x="2648090" y="3986093"/>
            <a:ext cx="80936" cy="80936"/>
          </a:xfrm>
          <a:prstGeom prst="diamond">
            <a:avLst/>
          </a:prstGeom>
          <a:solidFill>
            <a:srgbClr val="999999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30" name="InstructionCN"/>
          <p:cNvSpPr txBox="1"/>
          <p:nvPr/>
        </p:nvSpPr>
        <p:spPr>
          <a:xfrm>
            <a:off x="529087" y="4228901"/>
            <a:ext cx="4318942" cy="445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TW" sz="1434" b="1" dirty="0">
                <a:solidFill>
                  <a:srgbClr val="000000"/>
                </a:solidFill>
                <a:latin typeface="Georgia"/>
                <a:ea typeface="Microsoft JhengHei UI"/>
              </a:rPr>
              <a:t>多國語圖片菜單</a:t>
            </a:r>
          </a:p>
          <a:p>
            <a:pPr algn="ctr">
              <a:buNone/>
            </a:pPr>
            <a:r>
              <a:rPr lang="zh-TW" sz="1115" dirty="0">
                <a:solidFill>
                  <a:srgbClr val="333333"/>
                </a:solidFill>
                <a:latin typeface="Georgia"/>
                <a:ea typeface="Microsoft JhengHei UI"/>
              </a:rPr>
              <a:t>請用手機掃描 QR Code</a:t>
            </a:r>
          </a:p>
        </p:txBody>
      </p:sp>
      <p:sp>
        <p:nvSpPr>
          <p:cNvPr id="31" name="InstructionEN"/>
          <p:cNvSpPr txBox="1"/>
          <p:nvPr/>
        </p:nvSpPr>
        <p:spPr>
          <a:xfrm>
            <a:off x="529087" y="4754984"/>
            <a:ext cx="4318942" cy="3844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1115" b="1" dirty="0">
                <a:solidFill>
                  <a:srgbClr val="000000"/>
                </a:solidFill>
                <a:latin typeface="Georgia"/>
              </a:rPr>
              <a:t>Multilingual Picture Menu</a:t>
            </a:r>
          </a:p>
          <a:p>
            <a:pPr algn="ctr">
              <a:buNone/>
            </a:pPr>
            <a:r>
              <a:rPr lang="en-US" sz="1115" dirty="0">
                <a:solidFill>
                  <a:srgbClr val="333333"/>
                </a:solidFill>
                <a:latin typeface="Georgia"/>
              </a:rPr>
              <a:t>Scan QR Code with Your Phone</a:t>
            </a:r>
          </a:p>
        </p:txBody>
      </p:sp>
      <p:sp>
        <p:nvSpPr>
          <p:cNvPr id="32" name="InstructionJP"/>
          <p:cNvSpPr txBox="1"/>
          <p:nvPr/>
        </p:nvSpPr>
        <p:spPr>
          <a:xfrm>
            <a:off x="529087" y="5220365"/>
            <a:ext cx="4318942" cy="3844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ja-JP" sz="1115" b="1" dirty="0">
                <a:solidFill>
                  <a:srgbClr val="000000"/>
                </a:solidFill>
                <a:latin typeface="Georgia"/>
                <a:ea typeface="Yu Gothic UI"/>
              </a:rPr>
              <a:t>多言語写真付きメニュー</a:t>
            </a:r>
          </a:p>
          <a:p>
            <a:pPr algn="ctr">
              <a:buNone/>
            </a:pPr>
            <a:r>
              <a:rPr lang="ja-JP" sz="1115" dirty="0">
                <a:solidFill>
                  <a:srgbClr val="333333"/>
                </a:solidFill>
                <a:latin typeface="Georgia"/>
                <a:ea typeface="Yu Gothic UI"/>
              </a:rPr>
              <a:t>スマホでQRコードをスキャンしてください</a:t>
            </a:r>
          </a:p>
        </p:txBody>
      </p:sp>
      <p:sp>
        <p:nvSpPr>
          <p:cNvPr id="33" name="InstructionKR"/>
          <p:cNvSpPr txBox="1"/>
          <p:nvPr/>
        </p:nvSpPr>
        <p:spPr>
          <a:xfrm>
            <a:off x="529087" y="5685746"/>
            <a:ext cx="4318942" cy="3844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ko-KR" sz="1115" b="1" dirty="0">
                <a:solidFill>
                  <a:srgbClr val="000000"/>
                </a:solidFill>
                <a:latin typeface="Georgia"/>
                <a:ea typeface="Malgun Gothic"/>
              </a:rPr>
              <a:t>다국어 사진 메뉴</a:t>
            </a:r>
          </a:p>
          <a:p>
            <a:pPr algn="ctr">
              <a:buNone/>
            </a:pPr>
            <a:r>
              <a:rPr lang="ko-KR" sz="1115" dirty="0">
                <a:solidFill>
                  <a:srgbClr val="333333"/>
                </a:solidFill>
                <a:latin typeface="Georgia"/>
                <a:ea typeface="Malgun Gothic"/>
              </a:rPr>
              <a:t>휴대폰으로 QR 코드를 스캔해 주세요</a:t>
            </a:r>
          </a:p>
        </p:txBody>
      </p:sp>
      <p:sp>
        <p:nvSpPr>
          <p:cNvPr id="67" name="BtmLine"/>
          <p:cNvSpPr/>
          <p:nvPr/>
        </p:nvSpPr>
        <p:spPr>
          <a:xfrm>
            <a:off x="1676859" y="6171362"/>
            <a:ext cx="2023397" cy="0"/>
          </a:xfrm>
          <a:prstGeom prst="line">
            <a:avLst/>
          </a:prstGeom>
          <a:ln w="6350">
            <a:solidFill>
              <a:srgbClr val="999999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73" name="D4"/>
          <p:cNvSpPr/>
          <p:nvPr/>
        </p:nvSpPr>
        <p:spPr>
          <a:xfrm>
            <a:off x="2648090" y="6130894"/>
            <a:ext cx="80936" cy="80936"/>
          </a:xfrm>
          <a:prstGeom prst="diamond">
            <a:avLst/>
          </a:prstGeom>
          <a:solidFill>
            <a:srgbClr val="999999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50" name="Footer"/>
          <p:cNvSpPr txBox="1"/>
          <p:nvPr/>
        </p:nvSpPr>
        <p:spPr>
          <a:xfrm>
            <a:off x="529087" y="6313000"/>
            <a:ext cx="4318942" cy="2225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TW" sz="956" dirty="0">
                <a:solidFill>
                  <a:srgbClr val="555555"/>
                </a:solidFill>
                <a:ea typeface="Microsoft JhengHei UI"/>
              </a:rPr>
              <a:t>中文</a:t>
            </a:r>
            <a:r>
              <a:rPr lang="en-US" sz="956" dirty="0">
                <a:solidFill>
                  <a:srgbClr val="555555"/>
                </a:solidFill>
                <a:latin typeface="Segoe UI"/>
              </a:rPr>
              <a:t>  ·  English  ·  </a:t>
            </a:r>
            <a:r>
              <a:rPr lang="ja-JP" sz="956" dirty="0">
                <a:solidFill>
                  <a:srgbClr val="555555"/>
                </a:solidFill>
                <a:ea typeface="Yu Gothic UI"/>
              </a:rPr>
              <a:t>日本語</a:t>
            </a:r>
            <a:r>
              <a:rPr lang="en-US" sz="956" dirty="0">
                <a:solidFill>
                  <a:srgbClr val="555555"/>
                </a:solidFill>
              </a:rPr>
              <a:t>  ·  </a:t>
            </a:r>
            <a:r>
              <a:rPr lang="ko-KR" sz="956" dirty="0">
                <a:solidFill>
                  <a:srgbClr val="555555"/>
                </a:solidFill>
                <a:ea typeface="Malgun Gothic"/>
              </a:rPr>
              <a:t>한국어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AD62405-10D6-8FE3-B678-DC8D4D15A2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43" t="6662" r="9775" b="6749"/>
          <a:stretch>
            <a:fillRect/>
          </a:stretch>
        </p:blipFill>
        <p:spPr>
          <a:xfrm>
            <a:off x="1788145" y="1810941"/>
            <a:ext cx="1719889" cy="177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405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 [1774154324142]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A9F37BA-6DDB-B540-9430-FFEF9C957DDC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62</Words>
  <Application>Microsoft Macintosh PowerPoint</Application>
  <PresentationFormat>B5 (ISO) 紙張 (176x250 公釐)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10" baseType="lpstr">
      <vt:lpstr>Malgun Gothic</vt:lpstr>
      <vt:lpstr>Microsoft JhengHei UI</vt:lpstr>
      <vt:lpstr>Yu Gothic UI</vt:lpstr>
      <vt:lpstr>Aptos</vt:lpstr>
      <vt:lpstr>Aptos Display</vt:lpstr>
      <vt:lpstr>Arial</vt:lpstr>
      <vt:lpstr>Georgia</vt:lpstr>
      <vt:lpstr>Segoe UI</vt:lpstr>
      <vt:lpstr>Office 佈景主題 [1774154324142]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Samson Chen</dc:creator>
  <cp:lastModifiedBy>Samson Chen</cp:lastModifiedBy>
  <cp:revision>1</cp:revision>
  <cp:lastPrinted>2026-03-22T04:47:35Z</cp:lastPrinted>
  <dcterms:created xsi:type="dcterms:W3CDTF">2026-03-22T04:20:01Z</dcterms:created>
  <dcterms:modified xsi:type="dcterms:W3CDTF">2026-03-22T05:01:17Z</dcterms:modified>
</cp:coreProperties>
</file>